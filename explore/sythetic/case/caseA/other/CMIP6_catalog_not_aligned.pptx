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CMIP6 historical  ·  ESGF catalog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134295" y="3840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filled 75 × 1103 table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models and 1,103 variables exist in the archive.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 not form one aligned matrix.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2468880" cy="2148840"/>
          </a:xfrm>
          <a:prstGeom prst="rect">
            <a:avLst/>
          </a:prstGeom>
          <a:solidFill>
            <a:srgbClr val="2430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747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86968" y="46177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3246120"/>
            <a:ext cx="2468880" cy="2148840"/>
          </a:xfrm>
          <a:prstGeom prst="rect">
            <a:avLst/>
          </a:prstGeom>
          <a:solidFill>
            <a:srgbClr val="24302B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34747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1,103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84448" y="46177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246120"/>
            <a:ext cx="2468880" cy="2148840"/>
          </a:xfrm>
          <a:prstGeom prst="rect">
            <a:avLst/>
          </a:prstGeom>
          <a:solidFill>
            <a:srgbClr val="24302B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34747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81928" y="46177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filled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69680" y="3246120"/>
            <a:ext cx="2468880" cy="2148840"/>
          </a:xfrm>
          <a:prstGeom prst="rect">
            <a:avLst/>
          </a:prstGeom>
          <a:solidFill>
            <a:srgbClr val="24302B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0" y="34747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979408" y="46177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 on all 75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“not aligned” means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134295" y="3840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name. Different packaging.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5074920" cy="4434840"/>
          </a:xfrm>
          <a:prstGeom prst="rect">
            <a:avLst/>
          </a:prstGeom>
          <a:solidFill>
            <a:srgbClr val="E4EDE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7830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B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 is precipitation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evspsbl  is total ET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mrro  is total runoff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follow the CMIP data request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(kg m⁻² s⁻¹ for water fluxes)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257800" cy="4434840"/>
          </a:xfrm>
          <a:prstGeom prst="rect">
            <a:avLst/>
          </a:prstGeom>
          <a:solidFill>
            <a:srgbClr val="F6E4D6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78308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ALIGNED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2103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has it, and how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46520" y="265176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 —  a model has ~200 of 1,103 vars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 —  Amon only, or also day / 3hr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 —  gn / gr / gr1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—  calendar, stop date, Flag vs Pass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attrs  —  fill value, member, version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instead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134295" y="3840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an aligned subset. Do not force the rectangle.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3383280" cy="3246120"/>
          </a:xfrm>
          <a:prstGeom prst="rect">
            <a:avLst/>
          </a:prstGeom>
          <a:solidFill>
            <a:srgbClr val="E8DFC8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1783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6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3272" y="2240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 table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33272" y="28803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= one model × variable.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4,400-column matrix.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383280" cy="3246120"/>
          </a:xfrm>
          <a:prstGeom prst="rect">
            <a:avLst/>
          </a:prstGeom>
          <a:solidFill>
            <a:srgbClr val="E8DFC8"/>
          </a:solidFill>
          <a:ln/>
        </p:spPr>
      </p:sp>
      <p:sp>
        <p:nvSpPr>
          <p:cNvPr id="10" name="Text 8"/>
          <p:cNvSpPr/>
          <p:nvPr/>
        </p:nvSpPr>
        <p:spPr>
          <a:xfrm>
            <a:off x="4645152" y="1783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6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2240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Compatibility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45152" y="28803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member, period, grid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P, ET, R first.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01000" y="1554480"/>
            <a:ext cx="3383280" cy="3246120"/>
          </a:xfrm>
          <a:prstGeom prst="rect">
            <a:avLst/>
          </a:prstGeom>
          <a:solidFill>
            <a:srgbClr val="E8DFC8"/>
          </a:solidFill>
          <a:ln/>
        </p:spPr>
      </p:sp>
      <p:sp>
        <p:nvSpPr>
          <p:cNvPr id="14" name="Text 12"/>
          <p:cNvSpPr/>
          <p:nvPr/>
        </p:nvSpPr>
        <p:spPr>
          <a:xfrm>
            <a:off x="8257032" y="1783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6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57032" y="2240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batch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57032" y="28803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models × 17 variables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areacella and sftlf.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50749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point: the archive is heterogeneous. Analysis starts after we intersect member, time, and grid — not from the 75 × 1,103 checklist.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CMIP6 catalog is not aligned</dc:title>
  <dc:subject>PptxGenJS Presentation</dc:subject>
  <dc:creator>Case A</dc:creator>
  <cp:lastModifiedBy>Case A</cp:lastModifiedBy>
  <cp:revision>1</cp:revision>
  <dcterms:created xsi:type="dcterms:W3CDTF">2026-08-18T14:26:23Z</dcterms:created>
  <dcterms:modified xsi:type="dcterms:W3CDTF">2026-08-18T14:26:23Z</dcterms:modified>
</cp:coreProperties>
</file>